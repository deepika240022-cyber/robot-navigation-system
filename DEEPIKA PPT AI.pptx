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artificial_intelligence" TargetMode="External"/><Relationship Id="rId2" Type="http://schemas.openxmlformats.org/officeDocument/2006/relationships/hyperlink" Target="https://www.geeksforgeeks.org/a-search-algorith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tsushiSakai/PythonRoboti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(ARTIFICIAL INTELLIGENCE AND MACHINE LEARNING)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 NAVIGATION SYSTEM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775064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2117240030022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DEEPIKA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10/28/2025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Overview:</a:t>
            </a:r>
          </a:p>
          <a:p>
            <a:pPr marL="0" indent="0">
              <a:buNone/>
            </a:pPr>
            <a:r>
              <a:rPr lang="en-US" sz="2200" dirty="0"/>
              <a:t>This project focuses on developing a Robot Navigation System that can move from a start point to a destination by finding the shortest and safest path using the A* (A-star) heuristic algorithm.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Problem Definition:</a:t>
            </a:r>
          </a:p>
          <a:p>
            <a:pPr marL="0" indent="0">
              <a:buNone/>
            </a:pPr>
            <a:r>
              <a:rPr lang="en-US" sz="2200" dirty="0"/>
              <a:t>This project solves that problem by using the A* algorithm, which uses heuristic estimation to find the optimal path quickly and accurately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Objectives:</a:t>
            </a:r>
          </a:p>
          <a:p>
            <a:pPr marL="0" indent="0">
              <a:buNone/>
            </a:pPr>
            <a:r>
              <a:rPr lang="en-US" sz="2200" dirty="0"/>
              <a:t>To enable the robot to detect and avoid obstacles in its path.</a:t>
            </a:r>
          </a:p>
          <a:p>
            <a:pPr marL="0" indent="0">
              <a:buNone/>
            </a:pPr>
            <a:r>
              <a:rPr lang="en-US" sz="2200" dirty="0"/>
              <a:t>To find the shortest and most efficient route from source to destination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Expected Output:</a:t>
            </a:r>
          </a:p>
          <a:p>
            <a:pPr marL="0" indent="0">
              <a:buNone/>
            </a:pPr>
            <a:r>
              <a:rPr lang="en-US" sz="2000" dirty="0"/>
              <a:t>The system should display the shortest path between the start and goal points while avoiding obstacles.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2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Theoretical background about the problem:</a:t>
            </a:r>
          </a:p>
          <a:p>
            <a:r>
              <a:rPr lang="en-US" sz="2200" dirty="0"/>
              <a:t>The robot  navigation  system uses  Artificial Intelligence to help robots move from a start point to a     destination efficiently while avoiding obstacles.</a:t>
            </a:r>
          </a:p>
          <a:p>
            <a:r>
              <a:rPr lang="en-US" sz="2200" dirty="0"/>
              <a:t>The A* (A-star) heuristic pathfinding algorithm is applied to find the shortest and most optimal path using intelligent estimation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Literature survey of the given problem:</a:t>
            </a:r>
          </a:p>
          <a:p>
            <a:r>
              <a:rPr lang="en-US" sz="2200" dirty="0"/>
              <a:t>pathfinding algorithms like Dijkstra’s Algorithm and Breadth-First Search (BFS) can find paths but are slow for large grids.</a:t>
            </a:r>
          </a:p>
          <a:p>
            <a:r>
              <a:rPr lang="en-US" sz="2200" dirty="0"/>
              <a:t>Heuristic algorithms such as Greedy Best-First Search and A* improve efficiency </a:t>
            </a:r>
          </a:p>
          <a:p>
            <a:endParaRPr lang="en-US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Justification for choosing the algorithm</a:t>
            </a:r>
            <a:r>
              <a:rPr lang="en-US" b="1" dirty="0"/>
              <a:t>:</a:t>
            </a:r>
          </a:p>
          <a:p>
            <a:r>
              <a:rPr lang="en-US" sz="2200" dirty="0"/>
              <a:t>The A* algorithm is chosen because it combines the strengths of Dijkstra’s (accuracy) and Greedy Search (speed).</a:t>
            </a:r>
          </a:p>
          <a:p>
            <a:r>
              <a:rPr lang="en-US" sz="2200" dirty="0"/>
              <a:t>It guarantees the shortest path with less computation time and is ideal for grid-based robot movement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146302"/>
              </p:ext>
            </p:extLst>
          </p:nvPr>
        </p:nvGraphicFramePr>
        <p:xfrm>
          <a:off x="1854200" y="2205222"/>
          <a:ext cx="8128000" cy="1478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0C4E03-A04A-878D-3756-B16D23AEE5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2965" y="1837188"/>
            <a:ext cx="8598715" cy="390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409AF-1BD6-CFDC-B172-AD3D3853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 fontScale="70000" lnSpcReduction="20000"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US" b="1" dirty="0"/>
              <a:t>Explanation:</a:t>
            </a:r>
          </a:p>
          <a:p>
            <a:r>
              <a:rPr lang="en-US" dirty="0"/>
              <a:t>The project uses the A* (A-star) heuristic pathfinding algorithm to help a robot navigate from a starting point to a goal while avoiding obstacles.</a:t>
            </a:r>
          </a:p>
          <a:p>
            <a:r>
              <a:rPr lang="en-US" dirty="0"/>
              <a:t>The algorithm calculates the best path using the formula </a:t>
            </a:r>
            <a:r>
              <a:rPr lang="en-US" i="1" dirty="0"/>
              <a:t>f(n) = g(n) + h(n)</a:t>
            </a:r>
          </a:p>
          <a:p>
            <a:endParaRPr lang="en-US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b="1" dirty="0"/>
              <a:t>Result:</a:t>
            </a:r>
          </a:p>
          <a:p>
            <a:r>
              <a:rPr lang="en-US" dirty="0"/>
              <a:t>The system successfully finds the shortest and most efficient path between the start and goal points.</a:t>
            </a:r>
          </a:p>
          <a:p>
            <a:r>
              <a:rPr lang="en-US" dirty="0"/>
              <a:t>The output displays the sequence of coordinates representing the robot’s movement across the grid.</a:t>
            </a:r>
          </a:p>
          <a:p>
            <a:endParaRPr lang="en-US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b="1" dirty="0"/>
              <a:t>Enhancement:</a:t>
            </a:r>
          </a:p>
          <a:p>
            <a:r>
              <a:rPr lang="en-US" dirty="0"/>
              <a:t>Added path visualization </a:t>
            </a:r>
          </a:p>
          <a:p>
            <a:r>
              <a:rPr lang="en-US" dirty="0"/>
              <a:t>improved efficiency with priority queue </a:t>
            </a:r>
          </a:p>
          <a:p>
            <a:r>
              <a:rPr lang="en-US" dirty="0"/>
              <a:t>included clearer variable names for better readability and debugging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167" y="1446713"/>
            <a:ext cx="10515600" cy="49096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References: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sz="2200" dirty="0"/>
              <a:t>1. Russell, S. J., &amp; Norvig, P. (2021). Artificial Intelligence: A Modern Approach (4th Edition). Pearson Education.</a:t>
            </a:r>
          </a:p>
          <a:p>
            <a:pPr marL="0" indent="0">
              <a:buNone/>
            </a:pPr>
            <a:r>
              <a:rPr lang="en-IN" sz="2200" dirty="0"/>
              <a:t>2. </a:t>
            </a:r>
            <a:r>
              <a:rPr lang="en-IN" sz="2200" dirty="0" err="1"/>
              <a:t>GeeksforGeeks</a:t>
            </a:r>
            <a:r>
              <a:rPr lang="en-IN" sz="2200" dirty="0"/>
              <a:t>. A Search Algorithm – Implementation and Applications.*Available at: </a:t>
            </a:r>
            <a:r>
              <a:rPr lang="en-IN" sz="2200" dirty="0">
                <a:hlinkClick r:id="rId2"/>
              </a:rPr>
              <a:t>https://www.geeksforgeeks.org/a-search-algorithm/</a:t>
            </a:r>
            <a:endParaRPr lang="en-IN" sz="2200" dirty="0"/>
          </a:p>
          <a:p>
            <a:pPr marL="0" indent="0">
              <a:buNone/>
            </a:pPr>
            <a:r>
              <a:rPr lang="en-IN" sz="2200" dirty="0"/>
              <a:t>3. </a:t>
            </a:r>
            <a:r>
              <a:rPr lang="en-IN" sz="2200" dirty="0" err="1"/>
              <a:t>TutorialsPoint</a:t>
            </a:r>
            <a:r>
              <a:rPr lang="en-IN" sz="2200" dirty="0"/>
              <a:t>. Artificial Intelligence – Heuristic </a:t>
            </a:r>
            <a:r>
              <a:rPr lang="en-IN" sz="2200" dirty="0" err="1"/>
              <a:t>Search.Available</a:t>
            </a:r>
            <a:r>
              <a:rPr lang="en-IN" sz="2200" dirty="0"/>
              <a:t> at: </a:t>
            </a:r>
            <a:r>
              <a:rPr lang="en-IN" sz="2200" dirty="0">
                <a:hlinkClick r:id="rId3"/>
              </a:rPr>
              <a:t>https://www.tutorialspoint.com/artificial_intelligence</a:t>
            </a:r>
            <a:endParaRPr lang="en-IN" sz="2200" dirty="0"/>
          </a:p>
          <a:p>
            <a:pPr marL="0" indent="0">
              <a:buNone/>
            </a:pPr>
            <a:r>
              <a:rPr lang="en-IN" sz="2200" dirty="0"/>
              <a:t>/4. Atsushi Sakai et al. (2023). </a:t>
            </a:r>
            <a:r>
              <a:rPr lang="en-IN" sz="2200" dirty="0" err="1"/>
              <a:t>PythonRobotics</a:t>
            </a:r>
            <a:r>
              <a:rPr lang="en-IN" sz="2200" dirty="0"/>
              <a:t>: Open Source Robotics </a:t>
            </a:r>
            <a:r>
              <a:rPr lang="en-IN" sz="2200" dirty="0" err="1"/>
              <a:t>Algorithms.GitHub</a:t>
            </a:r>
            <a:r>
              <a:rPr lang="en-IN" sz="2200" dirty="0"/>
              <a:t> Repository: </a:t>
            </a:r>
            <a:r>
              <a:rPr lang="en-IN" sz="2200" dirty="0">
                <a:hlinkClick r:id="rId4"/>
              </a:rPr>
              <a:t>https://github.com/AtsushiSakai/PythonRobotics</a:t>
            </a:r>
            <a:endParaRPr lang="en-IN" sz="2200" dirty="0"/>
          </a:p>
          <a:p>
            <a:pPr marL="0" indent="0">
              <a:buNone/>
            </a:pPr>
            <a:r>
              <a:rPr lang="en-IN" sz="2200" dirty="0"/>
              <a:t>5. ResearchGate. A Path Planning for Autonomous Robots.*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578</Words>
  <Application>Microsoft Office PowerPoint</Application>
  <PresentationFormat>Widescreen</PresentationFormat>
  <Paragraphs>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DEPARTMENT OF CSE (ARTIFICIAL INTELLIGENCE AND MACHINE LEARNING) ACADEMIC YEAR 2025 - 2026 SEMESTER III ARTIFICIAL INTELLIGENCE LABORATORY  MINI PROJECT REVIEW   ROBOT NAVIGATION SYSTEM</vt:lpstr>
      <vt:lpstr>PROBLEM STATEMENT</vt:lpstr>
      <vt:lpstr>THEORETICAL BACKGROUND</vt:lpstr>
      <vt:lpstr>IMPLEMENTATION AND CODE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Bala Hemabala</cp:lastModifiedBy>
  <cp:revision>7</cp:revision>
  <dcterms:created xsi:type="dcterms:W3CDTF">2025-10-18T08:57:34Z</dcterms:created>
  <dcterms:modified xsi:type="dcterms:W3CDTF">2025-10-28T15:30:51Z</dcterms:modified>
</cp:coreProperties>
</file>